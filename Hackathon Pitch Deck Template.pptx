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159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 / Team Intro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Startup / Project Name: [Insert Name]</a:t>
            </a:r>
          </a:p>
          <a:p>
            <a:r>
              <a:t>One-liner: [What do you do in a sentence?]</a:t>
            </a:r>
          </a:p>
          <a:p>
            <a:r>
              <a:t>Team: [Names, Roles, Fun Fact]</a:t>
            </a:r>
          </a:p>
          <a:p>
            <a:r>
              <a:t>Logo / Tagline: [Insert if available]</a:t>
            </a:r>
          </a:p>
          <a:p>
            <a:endParaRPr/>
          </a:p>
          <a:p>
            <a:r>
              <a:t>Example: “FarmLink — Connecting small farmers to urban markets instantly.”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 (The Pain Story)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Describe your user and their pain.</a:t>
            </a:r>
          </a:p>
          <a:p>
            <a:r>
              <a:t>Who is struggling? What’s their frustration?</a:t>
            </a:r>
          </a:p>
          <a:p>
            <a:r>
              <a:t>Tell a short, relatable story.</a:t>
            </a:r>
          </a:p>
          <a:p>
            <a:endParaRPr/>
          </a:p>
          <a:p>
            <a:r>
              <a:t>Example: “Aisha, a tomato farmer, loses 40% of her produce weekly because she can’t reach buyers fast enough.”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Solution (Your Spark)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Present your idea as the hero.</a:t>
            </a:r>
          </a:p>
          <a:p>
            <a:r>
              <a:t>What did you build?</a:t>
            </a:r>
          </a:p>
          <a:p>
            <a:r>
              <a:t>How does it solve the problem?</a:t>
            </a:r>
          </a:p>
          <a:p>
            <a:r>
              <a:t>What’s the transformation?</a:t>
            </a:r>
          </a:p>
          <a:p>
            <a:endParaRPr/>
          </a:p>
          <a:p>
            <a:r>
              <a:t>Example: “We built FarmLink — a web app that connects farmers to buyers in real time.”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(Show the Magic)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Show it working! (screenshots or live demo)</a:t>
            </a:r>
          </a:p>
          <a:p>
            <a:r>
              <a:t>Highlight 2–3 key features.</a:t>
            </a:r>
          </a:p>
          <a:p>
            <a:r>
              <a:t>Focus on how it makes life easier.</a:t>
            </a:r>
          </a:p>
          <a:p>
            <a:endParaRPr/>
          </a:p>
          <a:p>
            <a:r>
              <a:t>Example: “Watch how Aisha lists her crops and sells them in 30 seconds.”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Opportunity (The Bigger Picture)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Who else has this problem?</a:t>
            </a:r>
          </a:p>
          <a:p>
            <a:r>
              <a:t>How many potential users exist?</a:t>
            </a:r>
          </a:p>
          <a:p>
            <a:r>
              <a:t>What’s the total opportunity?</a:t>
            </a:r>
          </a:p>
          <a:p>
            <a:endParaRPr/>
          </a:p>
          <a:p>
            <a:r>
              <a:t>Example: “10M smallholder farmers in Nigeria face the same challenge.”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 or Impact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Explain sustainability.</a:t>
            </a:r>
          </a:p>
          <a:p>
            <a:r>
              <a:t>How will it make money or create value?</a:t>
            </a:r>
          </a:p>
          <a:p>
            <a:r>
              <a:t>Keep it simple: 'We charge X for Y' or 'We create Z impact.'</a:t>
            </a:r>
          </a:p>
          <a:p>
            <a:endParaRPr/>
          </a:p>
          <a:p>
            <a:r>
              <a:t>Example: “FarmLink takes a 2% commission per transaction.”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Traction / Prototype Progress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Show early results.</a:t>
            </a:r>
            <a:r>
              <a:rPr lang="en-US" dirty="0"/>
              <a:t>(if any)</a:t>
            </a:r>
            <a:endParaRPr dirty="0"/>
          </a:p>
          <a:p>
            <a:r>
              <a:rPr dirty="0"/>
              <a:t>Users, signups, or feedback from hackathon.</a:t>
            </a:r>
          </a:p>
          <a:p>
            <a:r>
              <a:rPr dirty="0"/>
              <a:t>Milestones achieved.</a:t>
            </a:r>
          </a:p>
          <a:p>
            <a:endParaRPr dirty="0"/>
          </a:p>
          <a:p>
            <a:r>
              <a:rPr dirty="0"/>
              <a:t>Example: “Built MVP and tested with 10 farmers </a:t>
            </a:r>
            <a:r>
              <a:rPr lang="en-US" dirty="0"/>
              <a:t>(if any)</a:t>
            </a:r>
            <a:r>
              <a:rPr dirty="0"/>
              <a:t>— 3 completed sales.”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Competitive Edge (Why You’ll Win)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makes your solution unique?</a:t>
            </a:r>
          </a:p>
          <a:p>
            <a:r>
              <a:t>Why is it better, faster, or simpler than others?</a:t>
            </a:r>
          </a:p>
          <a:p>
            <a:endParaRPr/>
          </a:p>
          <a:p>
            <a:r>
              <a:t>Example: “FarmLink works offline and syncs later, unlike other marketplaces.”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Team (The Heroes)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Who are the builders?</a:t>
            </a:r>
          </a:p>
          <a:p>
            <a:r>
              <a:t>Show photos and roles.</a:t>
            </a:r>
          </a:p>
          <a:p>
            <a:r>
              <a:t>Why are you the right people to solve this?</a:t>
            </a:r>
          </a:p>
          <a:p>
            <a:endParaRPr/>
          </a:p>
          <a:p>
            <a:r>
              <a:t>Example: “We’re a team of farmers’ children and tech enthusiasts — building what our parents needed.”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Ask (What’s Next?)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do you need next?</a:t>
            </a:r>
          </a:p>
          <a:p>
            <a:r>
              <a:t>Funding, mentors, pilots, or partners?</a:t>
            </a:r>
          </a:p>
          <a:p>
            <a:r>
              <a:t>Share your 3–6 month vision.</a:t>
            </a:r>
          </a:p>
          <a:p>
            <a:r>
              <a:t>End with energy and gratitude.</a:t>
            </a:r>
          </a:p>
          <a:p>
            <a:endParaRPr/>
          </a:p>
          <a:p>
            <a:r>
              <a:t>Example: “We’re seeking partners to help 1,000 farmers double their income in 6 months. Thank you!”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465</Words>
  <Application>Microsoft Office PowerPoint</Application>
  <PresentationFormat>On-screen Show (4:3)</PresentationFormat>
  <Paragraphs>62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Title / Team Intro</vt:lpstr>
      <vt:lpstr>The Problem (The Pain Story)</vt:lpstr>
      <vt:lpstr>The Solution (Your Spark)</vt:lpstr>
      <vt:lpstr>Demo (Show the Magic)</vt:lpstr>
      <vt:lpstr>Market Opportunity (The Bigger Picture)</vt:lpstr>
      <vt:lpstr>Business Model or Impact Model</vt:lpstr>
      <vt:lpstr>Traction / Prototype Progress</vt:lpstr>
      <vt:lpstr>Competitive Edge (Why You’ll Win)</vt:lpstr>
      <vt:lpstr>The Team (The Heroes)</vt:lpstr>
      <vt:lpstr>The Ask (What’s Next?)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TOSHIBA  PC</dc:creator>
  <cp:keywords/>
  <dc:description>generated using python-pptx</dc:description>
  <cp:lastModifiedBy>TOSHIBA  PC</cp:lastModifiedBy>
  <cp:revision>2</cp:revision>
  <dcterms:created xsi:type="dcterms:W3CDTF">2013-01-27T09:14:16Z</dcterms:created>
  <dcterms:modified xsi:type="dcterms:W3CDTF">2025-11-11T17:11:40Z</dcterms:modified>
  <cp:category/>
</cp:coreProperties>
</file>